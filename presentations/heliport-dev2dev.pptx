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9b20a3f57c4c6e" /><Relationship Type="http://schemas.openxmlformats.org/officeDocument/2006/relationships/extended-properties" Target="/docProps/app.xml" Id="R4762901e07374c8a" /><Relationship Type="http://schemas.openxmlformats.org/officeDocument/2006/relationships/officeDocument" Target="/ppt/presentation.xml" Id="R216ad750f6284b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22116a419f4eee"/>
  </p:sldMasterIdLst>
  <p:notesMasterIdLst>
    <p:notesMasterId xmlns:r="http://schemas.openxmlformats.org/officeDocument/2006/relationships" r:id="R0f9b20183ab44da5"/>
  </p:notesMasterIdLst>
  <p:sldIdLst>
    <p:sldId xmlns:r="http://schemas.openxmlformats.org/officeDocument/2006/relationships" id="256" r:id="Rf75212d35f924909"/>
    <p:sldId xmlns:r="http://schemas.openxmlformats.org/officeDocument/2006/relationships" id="257" r:id="Rf009c48b7235427f"/>
    <p:sldId xmlns:r="http://schemas.openxmlformats.org/officeDocument/2006/relationships" id="258" r:id="R96fd0c823fba47df"/>
    <p:sldId xmlns:r="http://schemas.openxmlformats.org/officeDocument/2006/relationships" id="259" r:id="Rfd0adc0cf9384f72"/>
    <p:sldId xmlns:r="http://schemas.openxmlformats.org/officeDocument/2006/relationships" id="260" r:id="Rf28f33a8b8c14a9f"/>
    <p:sldId xmlns:r="http://schemas.openxmlformats.org/officeDocument/2006/relationships" id="261" r:id="Rbda6fb519cb2443f"/>
    <p:sldId xmlns:r="http://schemas.openxmlformats.org/officeDocument/2006/relationships" id="262" r:id="R1b93e131379849fc"/>
    <p:sldId xmlns:r="http://schemas.openxmlformats.org/officeDocument/2006/relationships" id="263" r:id="R2dfc90e35de3458f"/>
    <p:sldId xmlns:r="http://schemas.openxmlformats.org/officeDocument/2006/relationships" id="264" r:id="Rf5fa2aafe25d45fe"/>
    <p:sldId xmlns:r="http://schemas.openxmlformats.org/officeDocument/2006/relationships" id="265" r:id="R041b1164fb1b40a1"/>
    <p:sldId xmlns:r="http://schemas.openxmlformats.org/officeDocument/2006/relationships" id="266" r:id="R46c29f3097cf4c10"/>
    <p:sldId xmlns:r="http://schemas.openxmlformats.org/officeDocument/2006/relationships" id="267" r:id="R849b3b49fd674440"/>
    <p:sldId xmlns:r="http://schemas.openxmlformats.org/officeDocument/2006/relationships" id="268" r:id="R5444a5f4095e4131"/>
    <p:sldId xmlns:r="http://schemas.openxmlformats.org/officeDocument/2006/relationships" id="269" r:id="Rea51a8277aca46c1"/>
    <p:sldId xmlns:r="http://schemas.openxmlformats.org/officeDocument/2006/relationships" id="270" r:id="Rf09eaa3506f941e6"/>
    <p:sldId xmlns:r="http://schemas.openxmlformats.org/officeDocument/2006/relationships" id="271" r:id="R9909d1fe42aa4432"/>
    <p:sldId xmlns:r="http://schemas.openxmlformats.org/officeDocument/2006/relationships" id="272" r:id="R3c560d02c4964085"/>
    <p:sldId xmlns:r="http://schemas.openxmlformats.org/officeDocument/2006/relationships" id="273" r:id="Rfcb49a5f962047e0"/>
    <p:sldId xmlns:r="http://schemas.openxmlformats.org/officeDocument/2006/relationships" id="274" r:id="R8a6ff6e55e764081"/>
    <p:sldId xmlns:r="http://schemas.openxmlformats.org/officeDocument/2006/relationships" id="275" r:id="R599d52043c404e2c"/>
    <p:sldId xmlns:r="http://schemas.openxmlformats.org/officeDocument/2006/relationships" id="276" r:id="Ra6b8732dd78a468c"/>
    <p:sldId xmlns:r="http://schemas.openxmlformats.org/officeDocument/2006/relationships" id="277" r:id="Racf30a4f5ff241cb"/>
    <p:sldId xmlns:r="http://schemas.openxmlformats.org/officeDocument/2006/relationships" id="278" r:id="R3868fe5f6ee44edb"/>
    <p:sldId xmlns:r="http://schemas.openxmlformats.org/officeDocument/2006/relationships" id="279" r:id="R6ba9fd9625284c29"/>
    <p:sldId xmlns:r="http://schemas.openxmlformats.org/officeDocument/2006/relationships" id="280" r:id="Rdf8be56ddd3645cf"/>
    <p:sldId xmlns:r="http://schemas.openxmlformats.org/officeDocument/2006/relationships" id="281" r:id="Rae104a021b6643f4"/>
    <p:sldId xmlns:r="http://schemas.openxmlformats.org/officeDocument/2006/relationships" id="282" r:id="Racdb15f0228341ea"/>
    <p:sldId xmlns:r="http://schemas.openxmlformats.org/officeDocument/2006/relationships" id="283" r:id="R215b3167e19949fe"/>
    <p:sldId xmlns:r="http://schemas.openxmlformats.org/officeDocument/2006/relationships" id="284" r:id="Rfa85f2644593445b"/>
    <p:sldId xmlns:r="http://schemas.openxmlformats.org/officeDocument/2006/relationships" id="285" r:id="R2ca4a8491a234376"/>
    <p:sldId xmlns:r="http://schemas.openxmlformats.org/officeDocument/2006/relationships" id="286" r:id="Reade978d969f48a0"/>
    <p:sldId xmlns:r="http://schemas.openxmlformats.org/officeDocument/2006/relationships" id="287" r:id="Rc9d813ab7bb64a6d"/>
    <p:sldId xmlns:r="http://schemas.openxmlformats.org/officeDocument/2006/relationships" id="288" r:id="R30fe3e227f644be6"/>
    <p:sldId xmlns:r="http://schemas.openxmlformats.org/officeDocument/2006/relationships" id="289" r:id="Rafe78e4301d64de6"/>
    <p:sldId xmlns:r="http://schemas.openxmlformats.org/officeDocument/2006/relationships" id="290" r:id="R2201f0e19bd64e73"/>
    <p:sldId xmlns:r="http://schemas.openxmlformats.org/officeDocument/2006/relationships" id="291" r:id="Rab0445cd91054af4"/>
    <p:sldId xmlns:r="http://schemas.openxmlformats.org/officeDocument/2006/relationships" id="292" r:id="R7cf6e93d560040e1"/>
    <p:sldId xmlns:r="http://schemas.openxmlformats.org/officeDocument/2006/relationships" id="293" r:id="R1765819bd0f34c66"/>
    <p:sldId xmlns:r="http://schemas.openxmlformats.org/officeDocument/2006/relationships" id="294" r:id="Rfc60841fe184427a"/>
    <p:sldId xmlns:r="http://schemas.openxmlformats.org/officeDocument/2006/relationships" id="295" r:id="Rfd4dc6f071034eb5"/>
    <p:sldId xmlns:r="http://schemas.openxmlformats.org/officeDocument/2006/relationships" id="296" r:id="Rc380b8db3ab6440a"/>
    <p:sldId xmlns:r="http://schemas.openxmlformats.org/officeDocument/2006/relationships" id="297" r:id="R3b10009e5e234fa5"/>
    <p:sldId xmlns:r="http://schemas.openxmlformats.org/officeDocument/2006/relationships" id="298" r:id="R5717dc67d09249ca"/>
    <p:sldId xmlns:r="http://schemas.openxmlformats.org/officeDocument/2006/relationships" id="299" r:id="Rd5c2ac2dbcfb4752"/>
    <p:sldId xmlns:r="http://schemas.openxmlformats.org/officeDocument/2006/relationships" id="300" r:id="Rc80dc2b6d92941dd"/>
    <p:sldId xmlns:r="http://schemas.openxmlformats.org/officeDocument/2006/relationships" id="301" r:id="R4dc16ee8c222402f"/>
    <p:sldId xmlns:r="http://schemas.openxmlformats.org/officeDocument/2006/relationships" id="302" r:id="Rb64244820fd44b7c"/>
    <p:sldId xmlns:r="http://schemas.openxmlformats.org/officeDocument/2006/relationships" id="303" r:id="R08cf5396fef14235"/>
    <p:sldId xmlns:r="http://schemas.openxmlformats.org/officeDocument/2006/relationships" id="304" r:id="Re96f21082d32488d"/>
    <p:sldId xmlns:r="http://schemas.openxmlformats.org/officeDocument/2006/relationships" id="305" r:id="R9437322190754b61"/>
    <p:sldId xmlns:r="http://schemas.openxmlformats.org/officeDocument/2006/relationships" id="306" r:id="R9623295812fe4316"/>
    <p:sldId xmlns:r="http://schemas.openxmlformats.org/officeDocument/2006/relationships" id="307" r:id="R9897b8273371400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c7c09cd7d34243" /><Relationship Type="http://schemas.openxmlformats.org/officeDocument/2006/relationships/slideMaster" Target="/ppt/slideMasters/slideMaster1.xml" Id="R1c22116a419f4eee" /><Relationship Type="http://schemas.openxmlformats.org/officeDocument/2006/relationships/notesMaster" Target="/ppt/notesMasters/notesMaster1.xml" Id="R0f9b20183ab44da5" /><Relationship Type="http://schemas.openxmlformats.org/officeDocument/2006/relationships/presProps" Target="/ppt/presProps.xml" Id="R2252e69086ee4d4b" /><Relationship Type="http://schemas.openxmlformats.org/officeDocument/2006/relationships/tableStyles" Target="/ppt/tableStyles.xml" Id="Rf9a5a4893b4a4f37" /><Relationship Type="http://schemas.openxmlformats.org/officeDocument/2006/relationships/slide" Target="/ppt/slides/slide1.xml" Id="Rf75212d35f924909" /><Relationship Type="http://schemas.openxmlformats.org/officeDocument/2006/relationships/slide" Target="/ppt/slides/slide2.xml" Id="Rf009c48b7235427f" /><Relationship Type="http://schemas.openxmlformats.org/officeDocument/2006/relationships/slide" Target="/ppt/slides/slide3.xml" Id="R96fd0c823fba47df" /><Relationship Type="http://schemas.openxmlformats.org/officeDocument/2006/relationships/slide" Target="/ppt/slides/slide4.xml" Id="Rfd0adc0cf9384f72" /><Relationship Type="http://schemas.openxmlformats.org/officeDocument/2006/relationships/slide" Target="/ppt/slides/slide5.xml" Id="Rf28f33a8b8c14a9f" /><Relationship Type="http://schemas.openxmlformats.org/officeDocument/2006/relationships/slide" Target="/ppt/slides/slide6.xml" Id="Rbda6fb519cb2443f" /><Relationship Type="http://schemas.openxmlformats.org/officeDocument/2006/relationships/slide" Target="/ppt/slides/slide7.xml" Id="R1b93e131379849fc" /><Relationship Type="http://schemas.openxmlformats.org/officeDocument/2006/relationships/slide" Target="/ppt/slides/slide8.xml" Id="R2dfc90e35de3458f" /><Relationship Type="http://schemas.openxmlformats.org/officeDocument/2006/relationships/slide" Target="/ppt/slides/slide9.xml" Id="Rf5fa2aafe25d45fe" /><Relationship Type="http://schemas.openxmlformats.org/officeDocument/2006/relationships/slide" Target="/ppt/slides/slide10.xml" Id="R041b1164fb1b40a1" /><Relationship Type="http://schemas.openxmlformats.org/officeDocument/2006/relationships/slide" Target="/ppt/slides/slide11.xml" Id="R46c29f3097cf4c10" /><Relationship Type="http://schemas.openxmlformats.org/officeDocument/2006/relationships/slide" Target="/ppt/slides/slide12.xml" Id="R849b3b49fd674440" /><Relationship Type="http://schemas.openxmlformats.org/officeDocument/2006/relationships/slide" Target="/ppt/slides/slide13.xml" Id="R5444a5f4095e4131" /><Relationship Type="http://schemas.openxmlformats.org/officeDocument/2006/relationships/slide" Target="/ppt/slides/slide14.xml" Id="Rea51a8277aca46c1" /><Relationship Type="http://schemas.openxmlformats.org/officeDocument/2006/relationships/slide" Target="/ppt/slides/slide15.xml" Id="Rf09eaa3506f941e6" /><Relationship Type="http://schemas.openxmlformats.org/officeDocument/2006/relationships/slide" Target="/ppt/slides/slide16.xml" Id="R9909d1fe42aa4432" /><Relationship Type="http://schemas.openxmlformats.org/officeDocument/2006/relationships/slide" Target="/ppt/slides/slide17.xml" Id="R3c560d02c4964085" /><Relationship Type="http://schemas.openxmlformats.org/officeDocument/2006/relationships/slide" Target="/ppt/slides/slide18.xml" Id="Rfcb49a5f962047e0" /><Relationship Type="http://schemas.openxmlformats.org/officeDocument/2006/relationships/slide" Target="/ppt/slides/slide19.xml" Id="R8a6ff6e55e764081" /><Relationship Type="http://schemas.openxmlformats.org/officeDocument/2006/relationships/slide" Target="/ppt/slides/slide20.xml" Id="R599d52043c404e2c" /><Relationship Type="http://schemas.openxmlformats.org/officeDocument/2006/relationships/slide" Target="/ppt/slides/slide21.xml" Id="Ra6b8732dd78a468c" /><Relationship Type="http://schemas.openxmlformats.org/officeDocument/2006/relationships/slide" Target="/ppt/slides/slide22.xml" Id="Racf30a4f5ff241cb" /><Relationship Type="http://schemas.openxmlformats.org/officeDocument/2006/relationships/slide" Target="/ppt/slides/slide23.xml" Id="R3868fe5f6ee44edb" /><Relationship Type="http://schemas.openxmlformats.org/officeDocument/2006/relationships/slide" Target="/ppt/slides/slide24.xml" Id="R6ba9fd9625284c29" /><Relationship Type="http://schemas.openxmlformats.org/officeDocument/2006/relationships/slide" Target="/ppt/slides/slide25.xml" Id="Rdf8be56ddd3645cf" /><Relationship Type="http://schemas.openxmlformats.org/officeDocument/2006/relationships/slide" Target="/ppt/slides/slide26.xml" Id="Rae104a021b6643f4" /><Relationship Type="http://schemas.openxmlformats.org/officeDocument/2006/relationships/slide" Target="/ppt/slides/slide27.xml" Id="Racdb15f0228341ea" /><Relationship Type="http://schemas.openxmlformats.org/officeDocument/2006/relationships/slide" Target="/ppt/slides/slide28.xml" Id="R215b3167e19949fe" /><Relationship Type="http://schemas.openxmlformats.org/officeDocument/2006/relationships/slide" Target="/ppt/slides/slide29.xml" Id="Rfa85f2644593445b" /><Relationship Type="http://schemas.openxmlformats.org/officeDocument/2006/relationships/slide" Target="/ppt/slides/slide30.xml" Id="R2ca4a8491a234376" /><Relationship Type="http://schemas.openxmlformats.org/officeDocument/2006/relationships/slide" Target="/ppt/slides/slide31.xml" Id="Reade978d969f48a0" /><Relationship Type="http://schemas.openxmlformats.org/officeDocument/2006/relationships/slide" Target="/ppt/slides/slide32.xml" Id="Rc9d813ab7bb64a6d" /><Relationship Type="http://schemas.openxmlformats.org/officeDocument/2006/relationships/slide" Target="/ppt/slides/slide33.xml" Id="R30fe3e227f644be6" /><Relationship Type="http://schemas.openxmlformats.org/officeDocument/2006/relationships/slide" Target="/ppt/slides/slide34.xml" Id="Rafe78e4301d64de6" /><Relationship Type="http://schemas.openxmlformats.org/officeDocument/2006/relationships/slide" Target="/ppt/slides/slide35.xml" Id="R2201f0e19bd64e73" /><Relationship Type="http://schemas.openxmlformats.org/officeDocument/2006/relationships/slide" Target="/ppt/slides/slide36.xml" Id="Rab0445cd91054af4" /><Relationship Type="http://schemas.openxmlformats.org/officeDocument/2006/relationships/slide" Target="/ppt/slides/slide37.xml" Id="R7cf6e93d560040e1" /><Relationship Type="http://schemas.openxmlformats.org/officeDocument/2006/relationships/slide" Target="/ppt/slides/slide38.xml" Id="R1765819bd0f34c66" /><Relationship Type="http://schemas.openxmlformats.org/officeDocument/2006/relationships/slide" Target="/ppt/slides/slide39.xml" Id="Rfc60841fe184427a" /><Relationship Type="http://schemas.openxmlformats.org/officeDocument/2006/relationships/slide" Target="/ppt/slides/slide40.xml" Id="Rfd4dc6f071034eb5" /><Relationship Type="http://schemas.openxmlformats.org/officeDocument/2006/relationships/slide" Target="/ppt/slides/slide41.xml" Id="Rc380b8db3ab6440a" /><Relationship Type="http://schemas.openxmlformats.org/officeDocument/2006/relationships/slide" Target="/ppt/slides/slide42.xml" Id="R3b10009e5e234fa5" /><Relationship Type="http://schemas.openxmlformats.org/officeDocument/2006/relationships/slide" Target="/ppt/slides/slide43.xml" Id="R5717dc67d09249ca" /><Relationship Type="http://schemas.openxmlformats.org/officeDocument/2006/relationships/slide" Target="/ppt/slides/slide44.xml" Id="Rd5c2ac2dbcfb4752" /><Relationship Type="http://schemas.openxmlformats.org/officeDocument/2006/relationships/slide" Target="/ppt/slides/slide45.xml" Id="Rc80dc2b6d92941dd" /><Relationship Type="http://schemas.openxmlformats.org/officeDocument/2006/relationships/slide" Target="/ppt/slides/slide46.xml" Id="R4dc16ee8c222402f" /><Relationship Type="http://schemas.openxmlformats.org/officeDocument/2006/relationships/slide" Target="/ppt/slides/slide47.xml" Id="Rb64244820fd44b7c" /><Relationship Type="http://schemas.openxmlformats.org/officeDocument/2006/relationships/slide" Target="/ppt/slides/slide48.xml" Id="R08cf5396fef14235" /><Relationship Type="http://schemas.openxmlformats.org/officeDocument/2006/relationships/slide" Target="/ppt/slides/slide49.xml" Id="Re96f21082d32488d" /><Relationship Type="http://schemas.openxmlformats.org/officeDocument/2006/relationships/slide" Target="/ppt/slides/slide50.xml" Id="R9437322190754b61" /><Relationship Type="http://schemas.openxmlformats.org/officeDocument/2006/relationships/slide" Target="/ppt/slides/slide51.xml" Id="R9623295812fe4316" /><Relationship Type="http://schemas.openxmlformats.org/officeDocument/2006/relationships/slide" Target="/ppt/slides/slide52.xml" Id="R9897b827337140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46e72ce6de42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676210a2ed4e4a" /><Relationship Type="http://schemas.openxmlformats.org/officeDocument/2006/relationships/notesMaster" Target="/ppt/notesMasters/notesMaster1.xml" Id="Raf853ae689a54d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9a1065f4914d4f" /><Relationship Type="http://schemas.openxmlformats.org/officeDocument/2006/relationships/notesMaster" Target="/ppt/notesMasters/notesMaster1.xml" Id="R8e34229a96a548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56d9125aff4432" /><Relationship Type="http://schemas.openxmlformats.org/officeDocument/2006/relationships/notesMaster" Target="/ppt/notesMasters/notesMaster1.xml" Id="R7fa5418e6e3b43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9c7d1c90d14760" /><Relationship Type="http://schemas.openxmlformats.org/officeDocument/2006/relationships/notesMaster" Target="/ppt/notesMasters/notesMaster1.xml" Id="R81556546f63f45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4b07424ccd4fd8" /><Relationship Type="http://schemas.openxmlformats.org/officeDocument/2006/relationships/notesMaster" Target="/ppt/notesMasters/notesMaster1.xml" Id="Rc829186f77684a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8e4e4670304770" /><Relationship Type="http://schemas.openxmlformats.org/officeDocument/2006/relationships/notesMaster" Target="/ppt/notesMasters/notesMaster1.xml" Id="R5435b7d47f274b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4eabe0caae4533" /><Relationship Type="http://schemas.openxmlformats.org/officeDocument/2006/relationships/notesMaster" Target="/ppt/notesMasters/notesMaster1.xml" Id="R1931314b799640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82d902eeab48ff" /><Relationship Type="http://schemas.openxmlformats.org/officeDocument/2006/relationships/notesMaster" Target="/ppt/notesMasters/notesMaster1.xml" Id="R3686c7fc591b4c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d7d964c5494a52" /><Relationship Type="http://schemas.openxmlformats.org/officeDocument/2006/relationships/notesMaster" Target="/ppt/notesMasters/notesMaster1.xml" Id="R225343328a5843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d53208d03e4c3a" /><Relationship Type="http://schemas.openxmlformats.org/officeDocument/2006/relationships/notesMaster" Target="/ppt/notesMasters/notesMaster1.xml" Id="R983a3682339040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4d7fdc029c493a" /><Relationship Type="http://schemas.openxmlformats.org/officeDocument/2006/relationships/notesMaster" Target="/ppt/notesMasters/notesMaster1.xml" Id="R9f810cc16fa640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b8d337ab28449e" /><Relationship Type="http://schemas.openxmlformats.org/officeDocument/2006/relationships/notesMaster" Target="/ppt/notesMasters/notesMaster1.xml" Id="Rc252e0ccbac845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f8d8df8e74411b" /><Relationship Type="http://schemas.openxmlformats.org/officeDocument/2006/relationships/notesMaster" Target="/ppt/notesMasters/notesMaster1.xml" Id="R4cd18be39a1546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4b647220ea4506" /><Relationship Type="http://schemas.openxmlformats.org/officeDocument/2006/relationships/notesMaster" Target="/ppt/notesMasters/notesMaster1.xml" Id="Rfe62961ed5674a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6a2eb434124965" /><Relationship Type="http://schemas.openxmlformats.org/officeDocument/2006/relationships/notesMaster" Target="/ppt/notesMasters/notesMaster1.xml" Id="Rb7c6da93d47041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f42c437e79b43a2" /><Relationship Type="http://schemas.openxmlformats.org/officeDocument/2006/relationships/notesMaster" Target="/ppt/notesMasters/notesMaster1.xml" Id="Rcba77b360bb1446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0e8426c25a451e" /><Relationship Type="http://schemas.openxmlformats.org/officeDocument/2006/relationships/notesMaster" Target="/ppt/notesMasters/notesMaster1.xml" Id="R1f42d3b6f0734d2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3e840a1b7804a8e" /><Relationship Type="http://schemas.openxmlformats.org/officeDocument/2006/relationships/notesMaster" Target="/ppt/notesMasters/notesMaster1.xml" Id="R7a7fc2691dbb40b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9adb157abeb4f42" /><Relationship Type="http://schemas.openxmlformats.org/officeDocument/2006/relationships/notesMaster" Target="/ppt/notesMasters/notesMaster1.xml" Id="R2141e7e35c4245e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558071005194b8f" /><Relationship Type="http://schemas.openxmlformats.org/officeDocument/2006/relationships/notesMaster" Target="/ppt/notesMasters/notesMaster1.xml" Id="R16b3611b9aa34ff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a6193952b484730" /><Relationship Type="http://schemas.openxmlformats.org/officeDocument/2006/relationships/notesMaster" Target="/ppt/notesMasters/notesMaster1.xml" Id="Rf9b848d46872404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a4096b80823458d" /><Relationship Type="http://schemas.openxmlformats.org/officeDocument/2006/relationships/notesMaster" Target="/ppt/notesMasters/notesMaster1.xml" Id="R1dede6f269d6426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a1974ec4a774926" /><Relationship Type="http://schemas.openxmlformats.org/officeDocument/2006/relationships/notesMaster" Target="/ppt/notesMasters/notesMaster1.xml" Id="Rcc1e843819d148a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cf3cdd922af4891" /><Relationship Type="http://schemas.openxmlformats.org/officeDocument/2006/relationships/notesMaster" Target="/ppt/notesMasters/notesMaster1.xml" Id="R8c3254cc48d14e7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29eacd05cc94609" /><Relationship Type="http://schemas.openxmlformats.org/officeDocument/2006/relationships/notesMaster" Target="/ppt/notesMasters/notesMaster1.xml" Id="R3021c58619c8446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48825c5fb8c4c1a" /><Relationship Type="http://schemas.openxmlformats.org/officeDocument/2006/relationships/notesMaster" Target="/ppt/notesMasters/notesMaster1.xml" Id="R3ed8ea24f7b5485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5938824be2d4df4" /><Relationship Type="http://schemas.openxmlformats.org/officeDocument/2006/relationships/notesMaster" Target="/ppt/notesMasters/notesMaster1.xml" Id="R908d125d14cc42e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e0a0f23a88049ab" /><Relationship Type="http://schemas.openxmlformats.org/officeDocument/2006/relationships/notesMaster" Target="/ppt/notesMasters/notesMaster1.xml" Id="R560faa40d89e449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3a5b7c00d674a11" /><Relationship Type="http://schemas.openxmlformats.org/officeDocument/2006/relationships/notesMaster" Target="/ppt/notesMasters/notesMaster1.xml" Id="R978e524f1ab541f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2bd1321f5a74316" /><Relationship Type="http://schemas.openxmlformats.org/officeDocument/2006/relationships/notesMaster" Target="/ppt/notesMasters/notesMaster1.xml" Id="R8675aca9b6e2458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857a7b767ee47f9" /><Relationship Type="http://schemas.openxmlformats.org/officeDocument/2006/relationships/notesMaster" Target="/ppt/notesMasters/notesMaster1.xml" Id="R054c1ee5a356499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238c1ae271a45f5" /><Relationship Type="http://schemas.openxmlformats.org/officeDocument/2006/relationships/notesMaster" Target="/ppt/notesMasters/notesMaster1.xml" Id="R1cd803078db348f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5f80cdaa2a14603" /><Relationship Type="http://schemas.openxmlformats.org/officeDocument/2006/relationships/notesMaster" Target="/ppt/notesMasters/notesMaster1.xml" Id="Rbd3a2513090a402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37e9a16e0134210" /><Relationship Type="http://schemas.openxmlformats.org/officeDocument/2006/relationships/notesMaster" Target="/ppt/notesMasters/notesMaster1.xml" Id="Rf5f73a87a3634cb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04c4c271d0e45f6" /><Relationship Type="http://schemas.openxmlformats.org/officeDocument/2006/relationships/notesMaster" Target="/ppt/notesMasters/notesMaster1.xml" Id="R5b5b8c4015fa45b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57a9b7523254fec" /><Relationship Type="http://schemas.openxmlformats.org/officeDocument/2006/relationships/notesMaster" Target="/ppt/notesMasters/notesMaster1.xml" Id="Radbcd250f11c428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972749680ea4a1c" /><Relationship Type="http://schemas.openxmlformats.org/officeDocument/2006/relationships/notesMaster" Target="/ppt/notesMasters/notesMaster1.xml" Id="R6f7fde9b4cd84c3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cbc39cba0704d1d" /><Relationship Type="http://schemas.openxmlformats.org/officeDocument/2006/relationships/notesMaster" Target="/ppt/notesMasters/notesMaster1.xml" Id="R4253e37143fa4c3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1777d6ef24a4421" /><Relationship Type="http://schemas.openxmlformats.org/officeDocument/2006/relationships/notesMaster" Target="/ppt/notesMasters/notesMaster1.xml" Id="R690a588e4bfb4f0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024012ca396483f" /><Relationship Type="http://schemas.openxmlformats.org/officeDocument/2006/relationships/notesMaster" Target="/ppt/notesMasters/notesMaster1.xml" Id="Rc9f17a7013384b5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02bccc76de045e1" /><Relationship Type="http://schemas.openxmlformats.org/officeDocument/2006/relationships/notesMaster" Target="/ppt/notesMasters/notesMaster1.xml" Id="Rc0a1c76c51b24f6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f19122a27954fff" /><Relationship Type="http://schemas.openxmlformats.org/officeDocument/2006/relationships/notesMaster" Target="/ppt/notesMasters/notesMaster1.xml" Id="R3659be0a3b1d43c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f4cb38282e44a83" /><Relationship Type="http://schemas.openxmlformats.org/officeDocument/2006/relationships/notesMaster" Target="/ppt/notesMasters/notesMaster1.xml" Id="R41f4516a9c804f7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8e8f93c61704fdf" /><Relationship Type="http://schemas.openxmlformats.org/officeDocument/2006/relationships/notesMaster" Target="/ppt/notesMasters/notesMaster1.xml" Id="R9005361ad8a1435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766f79552fc4023" /><Relationship Type="http://schemas.openxmlformats.org/officeDocument/2006/relationships/notesMaster" Target="/ppt/notesMasters/notesMaster1.xml" Id="R1688ffe74fe44fc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b5a630464d44070" /><Relationship Type="http://schemas.openxmlformats.org/officeDocument/2006/relationships/notesMaster" Target="/ppt/notesMasters/notesMaster1.xml" Id="R9adc397321aa4ca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958f144b68941e8" /><Relationship Type="http://schemas.openxmlformats.org/officeDocument/2006/relationships/notesMaster" Target="/ppt/notesMasters/notesMaster1.xml" Id="R2eb5e6702737473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b8ec04a29f5434b" /><Relationship Type="http://schemas.openxmlformats.org/officeDocument/2006/relationships/notesMaster" Target="/ppt/notesMasters/notesMaster1.xml" Id="R02471b664319449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b4fee5ee5ee43b4" /><Relationship Type="http://schemas.openxmlformats.org/officeDocument/2006/relationships/notesMaster" Target="/ppt/notesMasters/notesMaster1.xml" Id="Rfb1bff69a1ad4e9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4814c90c4174983" /><Relationship Type="http://schemas.openxmlformats.org/officeDocument/2006/relationships/notesMaster" Target="/ppt/notesMasters/notesMaster1.xml" Id="R3839631e031743b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e8f629abdbb47f4" /><Relationship Type="http://schemas.openxmlformats.org/officeDocument/2006/relationships/notesMaster" Target="/ppt/notesMasters/notesMaster1.xml" Id="R468a01d7cdab4d2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81bf693b05a4573" /><Relationship Type="http://schemas.openxmlformats.org/officeDocument/2006/relationships/notesMaster" Target="/ppt/notesMasters/notesMaster1.xml" Id="R087687cac71b45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audience's problem: a framework migration is not an import rewrite; it changes runtime responsibilities across build, bootstrap, routing, injection, configuration, OCI integrations, and tests.</a:t>
            </a:r>
          </a:p>
          <a:p xmlns:a="http://schemas.openxmlformats.org/drawingml/2006/main">
            <a:r>
              <a:t>The goal today is to make a Heliport run predictable: where to get it, what it changes, what it refuses to guess, and how to finish the work from its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OCI decision using the target platform described in the Talon presentation: Helidon 4, JDK 25, virtual threads, declarative HTTP, compile-time injection, and standardized OCI integrations.</a:t>
            </a:r>
          </a:p>
          <a:p xmlns:a="http://schemas.openxmlformats.org/drawingml/2006/main">
            <a:r>
              <a:t>Talon is the OCI-native service framework built on Helidon, providing standardized integrations and operational patterns for OCI control-plane and data-plane services.</a:t>
            </a:r>
          </a:p>
          <a:p xmlns:a="http://schemas.openxmlformats.org/drawingml/2006/main">
            <a:r>
              <a:t>Use ownership as shorthand for runtime responsibility: who creates and injects a client, registers and serves a route, starts and stops a lifecycle component, supplies configuration, or applies an OCI integration.</a:t>
            </a:r>
          </a:p>
          <a:p xmlns:a="http://schemas.openxmlformats.org/drawingml/2006/main">
            <a:r>
              <a:t>Heliport removes old wiring only after the corresponding Helidon or Talon behavior is confirmed. Otherwise it preserves the code or reports a developer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establish why Heliport exists, then move directly into what the mandated target changes. The workflow is covered later in the presentation.</a:t>
            </a:r>
          </a:p>
          <a:p xmlns:a="http://schemas.openxmlformats.org/drawingml/2006/main">
            <a:r>
              <a:t>The 450+ figure is the number of affected OCI teams. The seven-to-nine-month manual estimate comes from SPLAT fleet sizing.</a:t>
            </a:r>
          </a:p>
          <a:p xmlns:a="http://schemas.openxmlformats.org/drawingml/2006/main">
            <a:r>
              <a:t>Separate the two automation milestones: the benchmark migration converted the code in roughly two hours; the service reached production in four months after application review, follow-up work, validation, and normal delivery processes.</a:t>
            </a:r>
          </a:p>
          <a:p xmlns:a="http://schemas.openxmlformats.org/drawingml/2006/main">
            <a:r>
              <a:t>Benchmark proof: 175 files changed, with 9,737 insertions and 3,034 deletions; compile, unit, and install gates passed. Throughput increased from 8,117 to 16,221 requests per second per core, a 99% improvement.</a:t>
            </a:r>
          </a:p>
          <a:p xmlns:a="http://schemas.openxmlformats.org/drawingml/2006/main">
            <a:r>
              <a:t>Treat the performance result as proof from this benchmark, not as a guaranteed result for every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Strongly recommend the JDK migration first. It separates compiler, dependency, and source compatibility changes from the framework migration.</a:t>
            </a:r>
          </a:p>
          <a:p xmlns:a="http://schemas.openxmlformats.org/drawingml/2006/main">
            <a:r>
              <a:t>Actions are the developer-facing list of remaining migration issues. The service team resolves application work and routes Heliport defects or environment blockers through the support paths covered later.</a:t>
            </a:r>
          </a:p>
          <a:p xmlns:a="http://schemas.openxmlformats.org/drawingml/2006/main">
            <a:r>
              <a:t>Heliport never pushes. Even with branch and commit options, the application team reviews the changes, pushes the branch, and creates the PR.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both parts are needed. OpenRewrite recipes perform known, repeatable code and build changes; Codex analyzes the repository, guides the workflow, runs validation, and interprets the results.</a:t>
            </a:r>
          </a:p>
          <a:p xmlns:a="http://schemas.openxmlformats.org/drawingml/2006/main">
            <a:r>
              <a:t>Heliport is a Codex skill, not a separate one-shot binary that blindly changes a tree.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facts are concrete source symbols, dependencies, configuration keys, generated outputs, and tests. Heliport uses those facts to select a known transformation instead of inferring behavior from a compile failure alone.</a:t>
            </a:r>
          </a:p>
          <a:p xmlns:a="http://schemas.openxmlformats.org/drawingml/2006/main">
            <a:r>
              <a:t>If no safe, known target exists, Heliport preserves the code and reports a developer action rather than inventing an application-specific migration.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full Oracle DevOps URL is shown here and repeated on the closing resources slide. A symlink lets the installed skill follow updates in the checkout.</a:t>
            </a:r>
          </a:p>
          <a:p xmlns:a="http://schemas.openxmlformats.org/drawingml/2006/main">
            <a:r>
              <a:t>The direct .agents skill directory can also be linked, but the repository-root link is the simplest documented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skill must run from the target repository. Positional project-path arguments are not supported.</a:t>
            </a:r>
          </a:p>
          <a:p xmlns:a="http://schemas.openxmlformats.org/drawingml/2006/main">
            <a:r>
              <a:t>If the Maven settings file selects another localRepository, grant that path instead of ~/.m2. Keep normal corporate Maven settings and proxy behavior intact.</a:t>
            </a:r>
          </a:p>
          <a:p xmlns:a="http://schemas.openxmlformats.org/drawingml/2006/main">
            <a:r>
              <a:t>After Codex starts, verify the intended model and reasoning level, then invoke $heliport-migrate. If time permits, this is enough context to begin a live demonstration without a separate transition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pivot into the technical bulk of the talk. The next slides walk these areas in the order developers will encounter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initial build phase creates a usable Helidon target before runtime recipes run. It also avoids two common mistakes: adding every Talon module and deleting every old dependency by name.</a:t>
            </a:r>
          </a:p>
          <a:p xmlns:a="http://schemas.openxmlformats.org/drawingml/2006/main">
            <a:r>
              <a:t>Maven install remains last so enforcer, dependency analysis, style, coverage, and packaging checks remain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separation of responsibilities: dependencyManagement chooses versions; child dependencies express actual module use.</a:t>
            </a:r>
          </a:p>
          <a:p xmlns:a="http://schemas.openxmlformats.org/drawingml/2006/main">
            <a:r>
              <a:t>The application keeps declaring SLF4J and OCI SDK modules where they are used, but their versions move to the reactor's imported BOMs.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root chooses a compatible platform; modules state only what they actually compile or run against.</a:t>
            </a:r>
          </a:p>
          <a:p xmlns:a="http://schemas.openxmlformats.org/drawingml/2006/main">
            <a:r>
              <a:t>Heliport reads the effective parent and reactor structure. External-parent modules may correctly retain a local version, and aggregator-only POMs should not gain runtime dependencies.</a:t>
            </a:r>
          </a:p>
          <a:p xmlns:a="http://schemas.openxmlformats.org/drawingml/2006/main">
            <a:r>
              <a:t>BOMs and JPMS serve different layers: Maven selects artifact versions; module-info.java expresses readability and exports. Both should reflect the features the module actually uses.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child POM contains direct dependencies for its source and runtime providers without repeating managed versions.</a:t>
            </a:r>
          </a:p>
          <a:p xmlns:a="http://schemas.openxmlformats.org/drawingml/2006/main">
            <a:r>
              <a:t>When the service has a module descriptor, Heliport aligns requires entries with the same repository usage facts used for Maven dependencies.</a:t>
            </a:r>
          </a:p>
          <a:p xmlns:a="http://schemas.openxmlformats.org/drawingml/2006/main">
            <a:r>
              <a:t>Each dependency is added, managed, kept, removed, or reported as a developer action. A clean tree results from checking every use before removal.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Heliport checks generated contracts before runtime migration and again afterward. Generated resources can define statuses, headers, response types, and method signatures that handwritten implementations must preserve.</a:t>
            </a:r>
          </a:p>
          <a:p xmlns:a="http://schemas.openxmlformats.org/drawingml/2006/main">
            <a:r>
              <a:t>Examples of service-side legacy output include generated AbstractFooBaseResource contracts, javax.ws.rs or jakarta.ws.rs server types, JAX-RS Response and HttpHeaders carriers, Servlet request or response types, and old generated response wrappers.</a:t>
            </a:r>
          </a:p>
          <a:p xmlns:a="http://schemas.openxmlformats.org/drawingml/2006/main">
            <a:r>
              <a:t>Remote and out-of-project OpenAPI references are never fetched implicitly; the service team must make those specifications available as explicit build inputs or retain the compatibility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Helidon OpenAPI generator extension is a separately versioned toolchain. Heliport selects that version from its generator policy or explicit overrides; it is not derived from ${helidon.version}.</a:t>
            </a:r>
          </a:p>
          <a:p xmlns:a="http://schemas.openxmlformats.org/drawingml/2006/main">
            <a:r>
              <a:t>Heliport preserves each execution's input specification and base package when a module generates multiple service contracts.</a:t>
            </a:r>
          </a:p>
          <a:p xmlns:a="http://schemas.openxmlformats.org/drawingml/2006/main">
            <a:r>
              <a:t>When another module in the same Maven reactor produces the specification, Heliport must update the generator input path and preserve the build order. Moving dependency:unpack without updating that path can run generation before the specification exists.</a:t>
            </a:r>
          </a:p>
          <a:p xmlns:a="http://schemas.openxmlformats.org/drawingml/2006/main">
            <a:r>
              <a:t>Remote specifications are never fetched implicitly. The service team must provide a remote specification as an explicit build input or retain the existing compatibility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exact generated signature varies by contract; do not claim one universal method shape.</a:t>
            </a:r>
          </a:p>
          <a:p xmlns:a="http://schemas.openxmlformats.org/drawingml/2006/main">
            <a:r>
              <a:t>Heliport adapts one resource family at a time, preserving status, body, declared headers, auth inputs, model builders, enum shapes, temporal types, and handwritten implementation behavior.</a:t>
            </a:r>
          </a:p>
          <a:p xmlns:a="http://schemas.openxmlformats.org/drawingml/2006/main">
            <a:r>
              <a:t>Generated endpoints are overwritten on each build, so business logic must remain in stable application classes. Do not hand-edit target/generated-sources/openapi.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annotations look intentionally familiar, but the runtime is different. Resources become discovered Helidon services and endpoints; Heliport removes environment.jersey().register calls only after those endpoints exist.</a:t>
            </a:r>
          </a:p>
          <a:p xmlns:a="http://schemas.openxmlformats.org/drawingml/2006/main">
            <a:r>
              <a:t>This slide covers server-side JAX-RS. JAX-RS client APIs retained at OCI SDK or provider compatibility boundaries are classified and reported separately.</a:t>
            </a:r>
          </a:p>
          <a:p xmlns:a="http://schemas.openxmlformats.org/drawingml/2006/main">
            <a:r>
              <a:t>Heliport also normalizes class and method paths when trailing-slash behavior would otherwise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target assumes that Heliport selected the Talon request-ID webserver and OCI identity integrations. Otherwise Heliport retains ServerRequest or a compatibility adapter and reports the remaining work.</a:t>
            </a:r>
          </a:p>
          <a:p xmlns:a="http://schemas.openxmlformats.org/drawingml/2006/main">
            <a:r>
              <a:t>The injected Principal is com.oracle.pic.identity.authentication.Principal, not java.security.Principal. Direct resolution requires @Identity.Authenticated or a supported Auth SDK authorization annotation.</a:t>
            </a:r>
          </a:p>
          <a:p xmlns:a="http://schemas.openxmlformats.org/drawingml/2006/main">
            <a:r>
              <a:t>Prefer typed route parameters when they preserve the contract. Use ServerRequest only when the endpoint genuinely needs broader request metadata.</a:t>
            </a:r>
          </a:p>
          <a:p xmlns:a="http://schemas.openxmlformats.org/drawingml/2006/main">
            <a:r>
              <a:t>Principal-only SecurityContext use can move to OCI identity interception. Role checks and principal enrichment remain application policy.</a:t>
            </a:r>
          </a:p>
          <a:p xmlns:a="http://schemas.openxmlformats.org/drawingml/2006/main">
            <a:r>
              <a:t>UriInfo, Servlet wrappers, body replay, proxy behavior, async timeouts, and SSE broadcasters require an equivalent Helidon implementation or an explicit developer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Simple 200 responses can return the entity directly. ServerResponse is used when response metadata or stream behavior is observable.</a:t>
            </a:r>
          </a:p>
          <a:p xmlns:a="http://schemas.openxmlformats.org/drawingml/2006/main">
            <a:r>
              <a:t>Use the fluent ServerResponse API so status, headers, and the terminal send remain one visible response operation.</a:t>
            </a:r>
          </a:p>
          <a:p xmlns:a="http://schemas.openxmlformats.org/drawingml/2006/main">
            <a:r>
              <a:t>Downloads also preserve content-md5, content-encoding, downstream header replay, and whether the original InputStream is sent without buffering.</a:t>
            </a:r>
          </a:p>
          <a:p xmlns:a="http://schemas.openxmlformats.org/drawingml/2006/main">
            <a:r>
              <a:t>Complex exception mappers, gzip wrappers, proxy context, response wrappers, and body replay remain developer work until an equivalent Helidon implementation is identified.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old Environment as the central Dropwizard registration point. Every line must move to an endpoint, lifecycle service, health feature, task endpoint, JSON/config service, or action item.</a:t>
            </a:r>
          </a:p>
          <a:p xmlns:a="http://schemas.openxmlformats.org/drawingml/2006/main">
            <a:r>
              <a:t>Custom Jetty connector, TLS, proxy, JMX, and listener behavior prevents broad bootstrap deletion until an equivalent WebServer implementation is identified.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direct mapping applies when the lifecycle is event-independent and ordering is already represented by service dependencies.</a:t>
            </a:r>
          </a:p>
          <a:p xmlns:a="http://schemas.openxmlformats.org/drawingml/2006/main">
            <a:r>
              <a:t>ServerLifecycleListener moves to ServerLifecycle.afterStart(WebServer) only when it does not depend on Jetty connector, session, servlet, or custom listener state.</a:t>
            </a:r>
          </a:p>
          <a:p xmlns:a="http://schemas.openxmlformats.org/drawingml/2006/main">
            <a:r>
              <a:t>Conditional startup, custom TLS, JMX, SNI, mTLS, HTTP/2, and proxy-protocol behavior remain developer work until an equivalent Helidon implementation is identified.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Health tests migrate with the production health check. Status and diagnostic content must remain equivalent, not only the class name.</a:t>
            </a:r>
          </a:p>
          <a:p xmlns:a="http://schemas.openxmlformats.org/drawingml/2006/main">
            <a:r>
              <a:t>Task naming, authorization, and servlet-coupled output policy can require a service-team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Configuration moves to the production service that uses it and, for Talon integrations, into the integration's documented configuration root.</a:t>
            </a:r>
          </a:p>
          <a:p xmlns:a="http://schemas.openxmlformats.org/drawingml/2006/main">
            <a:r>
              <a:t>Review computed Java configuration, Dropwizard DataSize conversion, custom TLS or connector settings, secret reload, and operational override precedence carefully.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Supplier is the closest target for a Guice @Provides method whose product is not itself a discoverable service class. The cached field makes the original singleton scope explicit.</a:t>
            </a:r>
          </a:p>
          <a:p xmlns:a="http://schemas.openxmlformats.org/drawingml/2006/main">
            <a:r>
              <a:t>Lifecycle providers, runtime injector lookups, multibindings, and application-specific factory behavior may need specialized migration or developer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target architecture expresses composition on the service and constructor. Helidon code generation creates the service metadata instead of relying on a central Guice module binding.</a:t>
            </a:r>
          </a:p>
          <a:p xmlns:a="http://schemas.openxmlformats.org/drawingml/2006/main">
            <a:r>
              <a:t>Service.Named preserves the Guice qualifier while Service.Inject marks the injection constructor.</a:t>
            </a:r>
          </a:p>
          <a:p xmlns:a="http://schemas.openxmlformats.org/drawingml/2006/main">
            <a:r>
              <a:t>Custom scopes, assisted injection, AOP, listeners, and side-effect injection may still require developer attention.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Removing AbstractModule too early can lose runtime registrations even when compilation succeeds.</a:t>
            </a:r>
          </a:p>
          <a:p xmlns:a="http://schemas.openxmlformats.org/drawingml/2006/main">
            <a:r>
              <a:t>Heliport removes the module only after safe bindings have target services and anything it cannot safely migrate is listed as remaining developer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feature-selection rule. A module appears because concrete repository usage shows the application needs it, not because every migrated service gets the same platform bundle.</a:t>
            </a:r>
          </a:p>
          <a:p xmlns:a="http://schemas.openxmlformats.org/drawingml/2006/main">
            <a:r>
              <a:t>Some repositories implement shared integration code used by other services. Heliport must recognize that provider role instead of automatically adding the consumer-side Talon module.</a:t>
            </a:r>
          </a:p>
          <a:p xmlns:a="http://schemas.openxmlformats.org/drawingml/2006/main">
            <a:r>
              <a:t>Repositories that use custom transports may retain compatibility code or receive developer actions instead of a standard Talon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introduces feature family as a useful Heliport term: the complete set of build, source, configuration, runtime, and test elements associated with one integration.</a:t>
            </a:r>
          </a:p>
          <a:p xmlns:a="http://schemas.openxmlformats.org/drawingml/2006/main">
            <a:r>
              <a:t>Heliport also distinguishes an application that uses the integration from a repository that provides its implementation, so client artifacts are not added to the wrong module.</a:t>
            </a:r>
          </a:p>
          <a:p xmlns:a="http://schemas.openxmlformats.org/drawingml/2006/main">
            <a:r>
              <a:t>Use the Talon RC2 presentation as the integration reference: this talk explains how Heliport reaches those target code and configuration forms from Dropwizard, JAX-RS, and Guice code.</a:t>
            </a:r>
          </a:p>
          <a:p xmlns:a="http://schemas.openxmlformats.org/drawingml/2006/main">
            <a:r>
              <a:t>The same family contract applies to Workflow/WFaaS, Limits, Secret Service, Request ID, SPLAT, Audit, Object Storage, Identity Client, Tagging, Error Code, and the other Talon integrations. They are intentionally not expanded in this talk.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target deliberately mirrors the Talon RC2 Identity example: @RestServer.Endpoint, @Http.Path, @Http.POST, @AuthorizationPermission, @Http.Entity, and direct Principal injection.</a:t>
            </a:r>
          </a:p>
          <a:p xmlns:a="http://schemas.openxmlformats.org/drawingml/2006/main">
            <a:r>
              <a:t>Principal is com.oracle.pic.identity.authentication.Principal. The same business call now receives that type directly instead of reading and casting a JAX-RS SecurityContext.</a:t>
            </a:r>
          </a:p>
          <a:p xmlns:a="http://schemas.openxmlformats.org/drawingml/2006/main">
            <a:r>
              <a:t>AuthorizationPermission uses the authorization path, which includes authentication. Use @Identity.Authenticated when the endpoint needs authentication without service-side authorization.</a:t>
            </a:r>
          </a:p>
          <a:p xmlns:a="http://schemas.openxmlformats.org/drawingml/2006/main">
            <a:r>
              <a:t>Heliport collects the identity dependency, Dropwizard/Jersey registration, Guice filter or binder, auth configuration, request parameters, and endpoint annotations as one feature family.</a:t>
            </a:r>
          </a:p>
          <a:p xmlns:a="http://schemas.openxmlformats.org/drawingml/2006/main">
            <a:r>
              <a:t>Simple authentication-only name bindings and unused filter shells can migrate automatically. Custom route authorization, SAML, principal enrichment, local/mock behavior, and auth-provider construction remain explicit developer work.</a:t>
            </a:r>
          </a:p>
          <a:p xmlns:a="http://schemas.openxmlformats.org/drawingml/2006/main">
            <a:r>
              <a:t>Heliport preserves an existing permission contract; it does not invent ORDER_CREATE or choose a service name for the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target mirrors the Talon RC2 Kiev examples: a named MappedDataStore, an oci.kiev.data-stores entry, and @KievTransaction around a clearly identified service method.</a:t>
            </a:r>
          </a:p>
          <a:p xmlns:a="http://schemas.openxmlformats.org/drawingml/2006/main">
            <a:r>
              <a:t>Kiev is the clearest feature-family example because the POM, Guice provider, Dropwizard configuration, named store, transaction boundary, runtime consumer, and tests must agree.</a:t>
            </a:r>
          </a:p>
          <a:p xmlns:a="http://schemas.openxmlformats.org/drawingml/2006/main">
            <a:r>
              <a:t>IN_MEMORY is the RC2 demonstration backend. Heliport preserves the backend, locality, authentication, app name, store name, and read/write limits found in the application rather than selecting demonstration values.</a:t>
            </a:r>
          </a:p>
          <a:p xmlns:a="http://schemas.openxmlformats.org/drawingml/2006/main">
            <a:r>
              <a:t>Application-specific DataStoreConfigBase construction and transaction-provider wrappers remain developer work until their behavior is understood. Heliport does not infer commit, abort, retry, or failure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target code and configuration deliberately mirror the Talon RC2 Metrics example and publisher configuration.</a:t>
            </a:r>
          </a:p>
          <a:p xmlns:a="http://schemas.openxmlformats.org/drawingml/2006/main">
            <a:r>
              <a:t>Heliport can rewrite safe Codahale @Timed, @Metered, @Gauge, monotonic @Counted, and common MetricRegistry operations, then add the Helidon metrics API dependency when required.</a:t>
            </a:r>
          </a:p>
          <a:p xmlns:a="http://schemas.openxmlformats.org/drawingml/2006/main">
            <a:r>
              <a:t>Recognized legacy T2 and metricsConfig keys map to metrics.publishers entries, including endpoint, project, fleet, region, scope name, include/exclude filters, and detailed timing settings.</a:t>
            </a:r>
          </a:p>
          <a:p xmlns:a="http://schemas.openxmlformats.org/drawingml/2006/main">
            <a:r>
              <a:t>This example has no explicit sample interval, so the target omits it and Talon's default applies.</a:t>
            </a:r>
          </a:p>
          <a:p xmlns:a="http://schemas.openxmlformats.org/drawingml/2006/main">
            <a:r>
              <a:t>Non-equivalent Counted behavior, custom reporters, trust-store behavior without a Talon equivalent, metric naming, dimensions, and retention or fleet policy remain explicit service-team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completion rule Heliport applies: the target integration is active, and legacy construction is either removed or explicitly retained for compatibility.</a:t>
            </a:r>
          </a:p>
          <a:p xmlns:a="http://schemas.openxmlformats.org/drawingml/2006/main">
            <a:r>
              <a:t>A green compile is not enough if the application can still run through the legacy provider or test harness.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Heliport replaces the obsolete Dropwizard JUnit extension with Helidon @RoutingTest.</a:t>
            </a:r>
          </a:p>
          <a:p xmlns:a="http://schemas.openxmlformats.org/drawingml/2006/main">
            <a:r>
              <a:t>The @SetUpRoute method, DirectClient constructor injection, request path, and behavioral assertions remain unchanged. @RoutingTest exercises the route without opening a server socket.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full 13-phase sequence is in the appendix. For the main talk, teach the five jobs: understand, prepare, migrate, converge, and validate.</a:t>
            </a:r>
          </a:p>
          <a:p xmlns:a="http://schemas.openxmlformats.org/drawingml/2006/main">
            <a:r>
              <a:t>A phase tells you where Heliport is working or stopped. The final status tells you the outcome and whether the report contains required actions or continuation instructions.</a:t>
            </a:r>
          </a:p>
          <a:p xmlns:a="http://schemas.openxmlformats.org/drawingml/2006/main">
            <a:r>
              <a:t>A phase completes only when its assigned work is migrated, intentionally retained for compatibility, or reported as a remaining action. --resume continues from the saved .heliport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Application teams start with migration-report.md and are not expected to interpret the JSON manually. The other files support Codex continuation and Heliport diagnosis.</a:t>
            </a:r>
          </a:p>
          <a:p xmlns:a="http://schemas.openxmlformats.org/drawingml/2006/main">
            <a:r>
              <a:t>Before sharing .heliport, follow normal source and log handling policy. Diagnostic files can contain source paths, coordinates, repository names, build output, and environment details; they must not contain credentials or private keys.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reduce the report to complete versus failed. It separates migration outcome from final validation and gives a continuation brief.</a:t>
            </a:r>
          </a:p>
          <a:p xmlns:a="http://schemas.openxmlformats.org/drawingml/2006/main">
            <a:r>
              <a:t>The report should be sufficient for the application team. Ask for deeper phase JSON only when Codex or a Heliport maintainer needs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responsible-party label is exact application-action-plan.json vocabulary. It identifies long-term responsibility, while repair_authority identifies the immediate actor.</a:t>
            </a:r>
          </a:p>
          <a:p xmlns:a="http://schemas.openxmlformats.org/drawingml/2006/main">
            <a:r>
              <a:t>A heliport_product action can be a Heliport enhancement candidate with codex_app_repair_authorized set to true. In that case, the customer can ask Codex to apply the evidence-backed application repair now, retain the enhancement evidence, and resume Heliport.</a:t>
            </a:r>
          </a:p>
          <a:p xmlns:a="http://schemas.openxmlformats.org/drawingml/2006/main">
            <a:r>
              <a:t>When local_repair_disposition is no-safe-local-repair-proven, the customer should not improvise a workaround. Share the branch and .heliport with Heliport maintainers or use an updated Heliport version that resolves the gap.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describes the current migration outcome and next step; it should not be reduced to a simple pass or fail.</a:t>
            </a:r>
          </a:p>
          <a:p xmlns:a="http://schemas.openxmlformats.org/drawingml/2006/main">
            <a:r>
              <a:t>MIGRATION_SUCCEEDED_PENDING_VALIDATION means requested proof gates have not all run, so final validation is not yet determined.</a:t>
            </a:r>
          </a:p>
          <a:p xmlns:a="http://schemas.openxmlformats.org/drawingml/2006/main">
            <a:r>
              <a:t>Generated-source, compile, unit-test, and install checks retain their actual results and are reported separately from migration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Heliport reporting can represent substantial success with required actions. Avoid teaching a single pass/fail interpretation.</a:t>
            </a:r>
          </a:p>
          <a:p xmlns:a="http://schemas.openxmlformats.org/drawingml/2006/main">
            <a:r>
              <a:t>Install runs last so enforcer, dependency analysis, PMD, Checkstyle, SpotBugs, JaCoCo, and packaging remain visible rather than being skipped.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Resume is the normal continuation mechanism. It is not only for crashes; it is also how teams continue after resolving application or environment work.</a:t>
            </a:r>
          </a:p>
          <a:p xmlns:a="http://schemas.openxmlformats.org/drawingml/2006/main">
            <a:r>
              <a:t>The report identifies the stopping phase and responsible party. Do not delete .heliport state unless a Heliport maintainer specifically asks for a clean restart.</a:t>
            </a:r>
          </a:p>
          <a:p xmlns:a="http://schemas.openxmlformats.org/drawingml/2006/main">
            <a:r>
              <a:t>Common blockers include the wrong workspace, dirty worktree, Java/toolchain gaps, an unwritable Maven cache, missing network/proxy settings, and Git metadata permissions.</a:t>
            </a:r>
          </a:p>
          <a:p xmlns:a="http://schemas.openxmlformats.org/drawingml/2006/main">
            <a:r>
              <a:t>The appendix expands the rerun contract: workflow state, current repository findings, repeatable transformations, and validation status must agree.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customers to the Heliport Migration Guide first. Use #helidon-users for questions and early triage. Use the HLDN JIRA project for bugs, concerns, and incidents, and always select the Heliport component.</a:t>
            </a:r>
          </a:p>
          <a:p xmlns:a="http://schemas.openxmlformats.org/drawingml/2006/main">
            <a:r>
              <a:t>Ask the reporter for a source-control reference to a branch containing both the migrated files and .heliport. That gives maintainers the application state, report, actions, phase results, and diagnostic details needed to reproduce the issue.</a:t>
            </a:r>
          </a:p>
          <a:p xmlns:a="http://schemas.openxmlformats.org/drawingml/2006/main">
            <a:r>
              <a:t>The branch must follow normal access controls and secret-handling policy. Credentials, private keys, tokens, and unrelated sensitive configuration must never be committed for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runtime responsibility. Heliport automates repeated transformations, but a trustworthy migration keeps service policy and unsupported behavior visible.</a:t>
            </a:r>
          </a:p>
          <a:p xmlns:a="http://schemas.openxmlformats.org/drawingml/2006/main">
            <a:r>
              <a:t>Invite questions around a specific migration family, report action, or planned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mirrors the Talon RC2 resources close and gives developers the exact documentation, repositories, and support paths used by both presentations.</a:t>
            </a:r>
          </a:p>
          <a:p xmlns:a="http://schemas.openxmlformats.org/drawingml/2006/main">
            <a:r>
              <a:t>Lead with the Heliport Migration Guide. Use #helidon-users for Heliport installation, migration, and report questions. The Talon repository and RC2 documentation remain the detailed reference for migrated OCI integrations.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appendix reference for command options. The core presentation shows the basic invocation on the Codex workspace slide.</a:t>
            </a:r>
          </a:p>
          <a:p xmlns:a="http://schemas.openxmlformats.org/drawingml/2006/main">
            <a:r>
              <a:t>Repeat that --commit is local and Heliport never pushes.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Heliport treats compiler-plugin migration as runtime wiring, not build cleanup.</a:t>
            </a:r>
          </a:p>
          <a:p xmlns:a="http://schemas.openxmlformats.org/drawingml/2006/main">
            <a:r>
              <a:t>The canonical processor bundle is io.helidon.bundles:helidon-bundles-apt at the Helidon version.</a:t>
            </a:r>
          </a:p>
          <a:p xmlns:a="http://schemas.openxmlformats.org/drawingml/2006/main">
            <a:r>
              <a:t>Heliport checks Maven configuration twice: an early pass makes source transformations parseable, and a final pass sees the actual dependencies after runtime and test migration.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reduce anxiety around hard runtime integrations. Heliport does not promise that every container-specific customization has a generic Helidon equivalent.</a:t>
            </a:r>
          </a:p>
          <a:p xmlns:a="http://schemas.openxmlformats.org/drawingml/2006/main">
            <a:r>
              <a:t>An unused Netty dependency and an application-defined protocol pipeline are different migration problems and receive different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behavior migrates before its tests so the target endpoint, health check, task, generated contract, or service wiring is known before Heliport changes the test harness.</a:t>
            </a:r>
          </a:p>
          <a:p xmlns:a="http://schemas.openxmlformats.org/drawingml/2006/main">
            <a:r>
              <a:t>The main Panga example shows the supported route-test migration in detail. Use this appendix slide to emphasize migration order and preservation of behavioral assertions.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when someone asks where a reported phase sits in the overall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Runtime owner wave is Heliport's report term for a related group of framework transformations and their completion checks.</a:t>
            </a:r>
          </a:p>
          <a:p xmlns:a="http://schemas.openxmlformats.org/drawingml/2006/main">
            <a:r>
              <a:t>Not every wave changes every service. Heliport selects applicable work from the migration manifest, then preserves this dependency order so later transformations do not invalidate earlier prerequisites.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Idempotence is useful Heliport vocabulary here: it means rerunning a completed recipe against unchanged migrated code should not produce the same edits again.</a:t>
            </a:r>
          </a:p>
          <a:p xmlns:a="http://schemas.openxmlformats.org/drawingml/2006/main">
            <a:r>
              <a:t>A prior passing validation is not silently reused after relevant source changes; final status follows the current rerun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checklist when a team asks whether Heliport will fully automate a particular service. The slide defines owner frontier because that exact term can appear in Heliport diagnostics.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available during Q&amp;A. The main Resources slide contains the full repository URLs.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de51366f148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b04010898346bc" /><Relationship Type="http://schemas.openxmlformats.org/officeDocument/2006/relationships/slideLayout" Target="/ppt/slideLayouts/slideLayout1.xml" Id="Ra3e10ba6bbcb45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e10ba6bbcb45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b1f490d7e4e99" /><Relationship Type="http://schemas.openxmlformats.org/officeDocument/2006/relationships/image" Target="/ppt/media/image.png" Id="R52100cee544048b7" /><Relationship Type="http://schemas.openxmlformats.org/officeDocument/2006/relationships/notesSlide" Target="/ppt/notesSlides/notesSlide1.xml" Id="R83be4e92816c43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0b960ccd848ff" /><Relationship Type="http://schemas.openxmlformats.org/officeDocument/2006/relationships/image" Target="/ppt/media/image2.png" Id="R029dceee6a2a4f16" /><Relationship Type="http://schemas.openxmlformats.org/officeDocument/2006/relationships/notesSlide" Target="/ppt/notesSlides/notesSlide2.xml" Id="R625fbe6fc31c4d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246ade35c4ff4" /><Relationship Type="http://schemas.openxmlformats.org/officeDocument/2006/relationships/image" Target="/ppt/media/image3.png" Id="Rde0e9854a14f43b3" /><Relationship Type="http://schemas.openxmlformats.org/officeDocument/2006/relationships/notesSlide" Target="/ppt/notesSlides/notesSlide3.xml" Id="Rd477683beaed46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bb58cc1cc46b0" /><Relationship Type="http://schemas.openxmlformats.org/officeDocument/2006/relationships/image" Target="/ppt/media/image4.png" Id="Rc84a7661e67e4cfc" /><Relationship Type="http://schemas.openxmlformats.org/officeDocument/2006/relationships/notesSlide" Target="/ppt/notesSlides/notesSlide4.xml" Id="Re99799cb907144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7f583739942cf" /><Relationship Type="http://schemas.openxmlformats.org/officeDocument/2006/relationships/image" Target="/ppt/media/image5.png" Id="R6f391b951fb540d3" /><Relationship Type="http://schemas.openxmlformats.org/officeDocument/2006/relationships/notesSlide" Target="/ppt/notesSlides/notesSlide5.xml" Id="R3279c04ffaef42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752069b5844e3" /><Relationship Type="http://schemas.openxmlformats.org/officeDocument/2006/relationships/image" Target="/ppt/media/image6.png" Id="R0247fbb0491343d5" /><Relationship Type="http://schemas.openxmlformats.org/officeDocument/2006/relationships/notesSlide" Target="/ppt/notesSlides/notesSlide6.xml" Id="Rd7b3587d32c642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ff6fc51a7426f" /><Relationship Type="http://schemas.openxmlformats.org/officeDocument/2006/relationships/image" Target="/ppt/media/image7.png" Id="R0ff4434ef4354741" /><Relationship Type="http://schemas.openxmlformats.org/officeDocument/2006/relationships/notesSlide" Target="/ppt/notesSlides/notesSlide7.xml" Id="R8a666424ae994b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602b3d6274850" /><Relationship Type="http://schemas.openxmlformats.org/officeDocument/2006/relationships/image" Target="/ppt/media/image8.png" Id="R203f9942ee4c49c8" /><Relationship Type="http://schemas.openxmlformats.org/officeDocument/2006/relationships/notesSlide" Target="/ppt/notesSlides/notesSlide8.xml" Id="R98349a2dee1b48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18a79f9104257" /><Relationship Type="http://schemas.openxmlformats.org/officeDocument/2006/relationships/image" Target="/ppt/media/image9.png" Id="R0cdcb6ec57404522" /><Relationship Type="http://schemas.openxmlformats.org/officeDocument/2006/relationships/notesSlide" Target="/ppt/notesSlides/notesSlide9.xml" Id="Rbfaff06c123546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caa88bc584977" /><Relationship Type="http://schemas.openxmlformats.org/officeDocument/2006/relationships/image" Target="/ppt/media/image10.png" Id="Rb00d0206c0b24171" /><Relationship Type="http://schemas.openxmlformats.org/officeDocument/2006/relationships/notesSlide" Target="/ppt/notesSlides/notesSlide10.xml" Id="R8c3a48b85e4a41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f60767475447a" /><Relationship Type="http://schemas.openxmlformats.org/officeDocument/2006/relationships/image" Target="/ppt/media/image11.png" Id="R63759e83128a49cc" /><Relationship Type="http://schemas.openxmlformats.org/officeDocument/2006/relationships/notesSlide" Target="/ppt/notesSlides/notesSlide11.xml" Id="R3f51ebad55c14f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7c0a9ae104732" /><Relationship Type="http://schemas.openxmlformats.org/officeDocument/2006/relationships/image" Target="/ppt/media/image12.png" Id="Rbc5f696d59a543bf" /><Relationship Type="http://schemas.openxmlformats.org/officeDocument/2006/relationships/notesSlide" Target="/ppt/notesSlides/notesSlide12.xml" Id="R0387d585060448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cb66c68814933" /><Relationship Type="http://schemas.openxmlformats.org/officeDocument/2006/relationships/image" Target="/ppt/media/image13.png" Id="Ra14c4ce73f244e03" /><Relationship Type="http://schemas.openxmlformats.org/officeDocument/2006/relationships/notesSlide" Target="/ppt/notesSlides/notesSlide13.xml" Id="Ra76e356730b148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429466f174ec6" /><Relationship Type="http://schemas.openxmlformats.org/officeDocument/2006/relationships/image" Target="/ppt/media/image14.png" Id="R01798159d43d4b31" /><Relationship Type="http://schemas.openxmlformats.org/officeDocument/2006/relationships/notesSlide" Target="/ppt/notesSlides/notesSlide14.xml" Id="R0b8e805b2a254b5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093fd2bcf47cf" /><Relationship Type="http://schemas.openxmlformats.org/officeDocument/2006/relationships/image" Target="/ppt/media/image15.png" Id="Rfc4c432e98e445b3" /><Relationship Type="http://schemas.openxmlformats.org/officeDocument/2006/relationships/notesSlide" Target="/ppt/notesSlides/notesSlide15.xml" Id="Rf0cb622bed8f4d7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58c7e7b774637" /><Relationship Type="http://schemas.openxmlformats.org/officeDocument/2006/relationships/image" Target="/ppt/media/image16.png" Id="Rc11d0e25e02a4ed8" /><Relationship Type="http://schemas.openxmlformats.org/officeDocument/2006/relationships/notesSlide" Target="/ppt/notesSlides/notesSlide16.xml" Id="R64e2c01cca004ca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258a50bb94215" /><Relationship Type="http://schemas.openxmlformats.org/officeDocument/2006/relationships/image" Target="/ppt/media/image17.png" Id="Rd4bb60b88f3a4052" /><Relationship Type="http://schemas.openxmlformats.org/officeDocument/2006/relationships/notesSlide" Target="/ppt/notesSlides/notesSlide17.xml" Id="R18e72e5ae7b242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a2ff6493f4cf5" /><Relationship Type="http://schemas.openxmlformats.org/officeDocument/2006/relationships/image" Target="/ppt/media/image18.png" Id="Rbbfb1ede41f34c9b" /><Relationship Type="http://schemas.openxmlformats.org/officeDocument/2006/relationships/notesSlide" Target="/ppt/notesSlides/notesSlide18.xml" Id="R99447df603e845a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7e39748674950" /><Relationship Type="http://schemas.openxmlformats.org/officeDocument/2006/relationships/image" Target="/ppt/media/image19.png" Id="R8288caa8eff846db" /><Relationship Type="http://schemas.openxmlformats.org/officeDocument/2006/relationships/notesSlide" Target="/ppt/notesSlides/notesSlide19.xml" Id="R1c009051c1724b2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5ebcbfc084e11" /><Relationship Type="http://schemas.openxmlformats.org/officeDocument/2006/relationships/image" Target="/ppt/media/image20.png" Id="R8fa83f39d8d04078" /><Relationship Type="http://schemas.openxmlformats.org/officeDocument/2006/relationships/notesSlide" Target="/ppt/notesSlides/notesSlide20.xml" Id="Rb2de9acf00864d2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51aec8c92414d" /><Relationship Type="http://schemas.openxmlformats.org/officeDocument/2006/relationships/image" Target="/ppt/media/image21.png" Id="R7376de6a70944f8b" /><Relationship Type="http://schemas.openxmlformats.org/officeDocument/2006/relationships/notesSlide" Target="/ppt/notesSlides/notesSlide21.xml" Id="R1cd6067ae8a0468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223807b0c4ab4" /><Relationship Type="http://schemas.openxmlformats.org/officeDocument/2006/relationships/image" Target="/ppt/media/image22.png" Id="Red02aad852154094" /><Relationship Type="http://schemas.openxmlformats.org/officeDocument/2006/relationships/notesSlide" Target="/ppt/notesSlides/notesSlide22.xml" Id="R2a5b828db5a24d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29815e9dc4dcc" /><Relationship Type="http://schemas.openxmlformats.org/officeDocument/2006/relationships/image" Target="/ppt/media/image23.png" Id="R69d7996df54e42dc" /><Relationship Type="http://schemas.openxmlformats.org/officeDocument/2006/relationships/notesSlide" Target="/ppt/notesSlides/notesSlide23.xml" Id="Rf2af9b695a88478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574826ecc43fe" /><Relationship Type="http://schemas.openxmlformats.org/officeDocument/2006/relationships/image" Target="/ppt/media/image24.png" Id="R39d05007de514cf8" /><Relationship Type="http://schemas.openxmlformats.org/officeDocument/2006/relationships/notesSlide" Target="/ppt/notesSlides/notesSlide24.xml" Id="R45941891d7774a2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84f3cc00b4bd8" /><Relationship Type="http://schemas.openxmlformats.org/officeDocument/2006/relationships/image" Target="/ppt/media/image25.png" Id="R1334e48fe22846e6" /><Relationship Type="http://schemas.openxmlformats.org/officeDocument/2006/relationships/notesSlide" Target="/ppt/notesSlides/notesSlide25.xml" Id="R51cd5b9d329c433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d0819207743c0" /><Relationship Type="http://schemas.openxmlformats.org/officeDocument/2006/relationships/image" Target="/ppt/media/image26.png" Id="R0acea7b3b75146be" /><Relationship Type="http://schemas.openxmlformats.org/officeDocument/2006/relationships/notesSlide" Target="/ppt/notesSlides/notesSlide26.xml" Id="R08370be28d2540d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e6bcb2dd54f9c" /><Relationship Type="http://schemas.openxmlformats.org/officeDocument/2006/relationships/image" Target="/ppt/media/image27.png" Id="R3eba23865dd54127" /><Relationship Type="http://schemas.openxmlformats.org/officeDocument/2006/relationships/notesSlide" Target="/ppt/notesSlides/notesSlide27.xml" Id="R0e78ed7075f742b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267a8c83c4ae8" /><Relationship Type="http://schemas.openxmlformats.org/officeDocument/2006/relationships/image" Target="/ppt/media/image28.png" Id="R167ca0a7a60b4d33" /><Relationship Type="http://schemas.openxmlformats.org/officeDocument/2006/relationships/notesSlide" Target="/ppt/notesSlides/notesSlide28.xml" Id="R299a52aed42a4b1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e99f07fa44048" /><Relationship Type="http://schemas.openxmlformats.org/officeDocument/2006/relationships/image" Target="/ppt/media/image29.png" Id="R60ab4287c2284cfe" /><Relationship Type="http://schemas.openxmlformats.org/officeDocument/2006/relationships/notesSlide" Target="/ppt/notesSlides/notesSlide29.xml" Id="Rf2016c1b6ba6444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54537afd44049" /><Relationship Type="http://schemas.openxmlformats.org/officeDocument/2006/relationships/image" Target="/ppt/media/image30.png" Id="Rdd74f3cbea444d5c" /><Relationship Type="http://schemas.openxmlformats.org/officeDocument/2006/relationships/notesSlide" Target="/ppt/notesSlides/notesSlide30.xml" Id="Rde04d2d63e2d4bf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2837f4c414321" /><Relationship Type="http://schemas.openxmlformats.org/officeDocument/2006/relationships/image" Target="/ppt/media/image31.png" Id="Rafb72fccef01491c" /><Relationship Type="http://schemas.openxmlformats.org/officeDocument/2006/relationships/notesSlide" Target="/ppt/notesSlides/notesSlide31.xml" Id="R2d3b8d515f9e482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1c074d7c542c1" /><Relationship Type="http://schemas.openxmlformats.org/officeDocument/2006/relationships/image" Target="/ppt/media/image32.png" Id="Rf7366e5f045c4c4f" /><Relationship Type="http://schemas.openxmlformats.org/officeDocument/2006/relationships/notesSlide" Target="/ppt/notesSlides/notesSlide32.xml" Id="Rca9fca803c8a4b0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324fd76f44427" /><Relationship Type="http://schemas.openxmlformats.org/officeDocument/2006/relationships/image" Target="/ppt/media/image33.png" Id="R8fc9553e6039462d" /><Relationship Type="http://schemas.openxmlformats.org/officeDocument/2006/relationships/notesSlide" Target="/ppt/notesSlides/notesSlide33.xml" Id="Rfa633cc2b3b14d8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e4a319235422a" /><Relationship Type="http://schemas.openxmlformats.org/officeDocument/2006/relationships/image" Target="/ppt/media/image34.png" Id="R372a88e6a3bf4089" /><Relationship Type="http://schemas.openxmlformats.org/officeDocument/2006/relationships/notesSlide" Target="/ppt/notesSlides/notesSlide34.xml" Id="Rd0a179d9a14d4aa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44ccd63a94e21" /><Relationship Type="http://schemas.openxmlformats.org/officeDocument/2006/relationships/image" Target="/ppt/media/image35.png" Id="R2319a37785f1474c" /><Relationship Type="http://schemas.openxmlformats.org/officeDocument/2006/relationships/notesSlide" Target="/ppt/notesSlides/notesSlide35.xml" Id="R441c55d6c78f49b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3a201bdef4710" /><Relationship Type="http://schemas.openxmlformats.org/officeDocument/2006/relationships/image" Target="/ppt/media/image36.png" Id="R07f6852293a6446c" /><Relationship Type="http://schemas.openxmlformats.org/officeDocument/2006/relationships/notesSlide" Target="/ppt/notesSlides/notesSlide36.xml" Id="R971a36bd48a14bf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d3cb3815d485b" /><Relationship Type="http://schemas.openxmlformats.org/officeDocument/2006/relationships/image" Target="/ppt/media/image37.png" Id="R43e6f25dcf3c490a" /><Relationship Type="http://schemas.openxmlformats.org/officeDocument/2006/relationships/notesSlide" Target="/ppt/notesSlides/notesSlide37.xml" Id="R4c7943000afe412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f10d8312c4ab1" /><Relationship Type="http://schemas.openxmlformats.org/officeDocument/2006/relationships/image" Target="/ppt/media/image38.png" Id="Ra10763bef0564f2b" /><Relationship Type="http://schemas.openxmlformats.org/officeDocument/2006/relationships/notesSlide" Target="/ppt/notesSlides/notesSlide38.xml" Id="R044ec8ab5301468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c8ce52850427e" /><Relationship Type="http://schemas.openxmlformats.org/officeDocument/2006/relationships/image" Target="/ppt/media/image39.png" Id="R94de10c419414cb8" /><Relationship Type="http://schemas.openxmlformats.org/officeDocument/2006/relationships/notesSlide" Target="/ppt/notesSlides/notesSlide39.xml" Id="R91c12abef43a40c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3ef961cec4d4e" /><Relationship Type="http://schemas.openxmlformats.org/officeDocument/2006/relationships/image" Target="/ppt/media/image40.png" Id="Re00260c998a34f81" /><Relationship Type="http://schemas.openxmlformats.org/officeDocument/2006/relationships/notesSlide" Target="/ppt/notesSlides/notesSlide40.xml" Id="Rc2263852775d431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2b47a435c44b2" /><Relationship Type="http://schemas.openxmlformats.org/officeDocument/2006/relationships/image" Target="/ppt/media/image41.png" Id="R3f9981da1ffd46f1" /><Relationship Type="http://schemas.openxmlformats.org/officeDocument/2006/relationships/notesSlide" Target="/ppt/notesSlides/notesSlide41.xml" Id="Re54e551fbd9d44f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ffa91ec0844f0" /><Relationship Type="http://schemas.openxmlformats.org/officeDocument/2006/relationships/image" Target="/ppt/media/image42.png" Id="R98f2f5d78ff24065" /><Relationship Type="http://schemas.openxmlformats.org/officeDocument/2006/relationships/notesSlide" Target="/ppt/notesSlides/notesSlide42.xml" Id="Ra18c4f98cc8c440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92082a54a4c2b" /><Relationship Type="http://schemas.openxmlformats.org/officeDocument/2006/relationships/image" Target="/ppt/media/image43.png" Id="Raad56423c85b4d5e" /><Relationship Type="http://schemas.openxmlformats.org/officeDocument/2006/relationships/notesSlide" Target="/ppt/notesSlides/notesSlide43.xml" Id="R28341dc12e0b400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7464a2e35496f" /><Relationship Type="http://schemas.openxmlformats.org/officeDocument/2006/relationships/image" Target="/ppt/media/image44.png" Id="R872cab3874334435" /><Relationship Type="http://schemas.openxmlformats.org/officeDocument/2006/relationships/notesSlide" Target="/ppt/notesSlides/notesSlide44.xml" Id="Re39e31cd427a4cb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841825fae4601" /><Relationship Type="http://schemas.openxmlformats.org/officeDocument/2006/relationships/image" Target="/ppt/media/image45.png" Id="R3439ca3553b244c6" /><Relationship Type="http://schemas.openxmlformats.org/officeDocument/2006/relationships/notesSlide" Target="/ppt/notesSlides/notesSlide45.xml" Id="Ra9b5998efd30477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1cc9d8c2c4a51" /><Relationship Type="http://schemas.openxmlformats.org/officeDocument/2006/relationships/image" Target="/ppt/media/image46.png" Id="R279cd277ad6043f5" /><Relationship Type="http://schemas.openxmlformats.org/officeDocument/2006/relationships/notesSlide" Target="/ppt/notesSlides/notesSlide46.xml" Id="R15c1c46fe63c482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de35d103042a6" /><Relationship Type="http://schemas.openxmlformats.org/officeDocument/2006/relationships/image" Target="/ppt/media/image47.png" Id="R0d387df858e7477a" /><Relationship Type="http://schemas.openxmlformats.org/officeDocument/2006/relationships/notesSlide" Target="/ppt/notesSlides/notesSlide47.xml" Id="Rba2d162ae512464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b33d54817421f" /><Relationship Type="http://schemas.openxmlformats.org/officeDocument/2006/relationships/image" Target="/ppt/media/image48.png" Id="Rdda6d5dbeaa44d62" /><Relationship Type="http://schemas.openxmlformats.org/officeDocument/2006/relationships/notesSlide" Target="/ppt/notesSlides/notesSlide48.xml" Id="R11b37e0af2724e2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7652bb309480a" /><Relationship Type="http://schemas.openxmlformats.org/officeDocument/2006/relationships/image" Target="/ppt/media/image49.png" Id="Rbb873c2dfd134d42" /><Relationship Type="http://schemas.openxmlformats.org/officeDocument/2006/relationships/notesSlide" Target="/ppt/notesSlides/notesSlide49.xml" Id="R9d2ec53787c7480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596d4021b46f4" /><Relationship Type="http://schemas.openxmlformats.org/officeDocument/2006/relationships/image" Target="/ppt/media/image50.png" Id="Rfca8ea8fb5a94bba" /><Relationship Type="http://schemas.openxmlformats.org/officeDocument/2006/relationships/notesSlide" Target="/ppt/notesSlides/notesSlide50.xml" Id="R5305c8558dae4f7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fd1557e3a43ce" /><Relationship Type="http://schemas.openxmlformats.org/officeDocument/2006/relationships/image" Target="/ppt/media/image51.png" Id="R60431b6878924c24" /><Relationship Type="http://schemas.openxmlformats.org/officeDocument/2006/relationships/notesSlide" Target="/ppt/notesSlides/notesSlide51.xml" Id="R236a4323265e40d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595972d2744d5" /><Relationship Type="http://schemas.openxmlformats.org/officeDocument/2006/relationships/image" Target="/ppt/media/image52.png" Id="Rc223d3721f094912" /><Relationship Type="http://schemas.openxmlformats.org/officeDocument/2006/relationships/notesSlide" Target="/ppt/notesSlides/notesSlide52.xml" Id="R86bbb01c305f43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00cee544048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218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dceee6a2a4f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6798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e9854a14f43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240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a7661e67e4c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527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91b951fb540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2338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7fbb0491343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375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4434ef43547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7499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f9942ee4c49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0985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cb6ec574045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894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d0206c0b241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762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59e83128a49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7594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f696d59a543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3115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c4ce73f244e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1910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98159d43d4b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14630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c432e98e445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92543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d0e25e02a4e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36064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b60b88f3a40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11968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b1ede41f34c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08419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8caa8eff846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82252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83f39d8d040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4319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6de6a70944f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0271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2aad8521540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03339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7996df54e42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517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05007de514c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31607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4e48fe22846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64192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ea7b3b75146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65770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a23865dd541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273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ca0a7a60b4d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31732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b4287c2284c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0441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4f3cbea444d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8356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72fccef0149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3282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66e5f045c4c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625642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9553e603946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49969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a88e6a3bf40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921638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9a37785f147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38202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6852293a644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4081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6f25dcf3c49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632813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763bef0564f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64189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e10c419414c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81124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260c998a34f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41483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981da1ffd46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652218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2f5d78ff240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1895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56423c85b4d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5608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cab38743344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18449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9ca3553b244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945463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cd277ad6043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486020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87df858e747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308258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6d5dbeaa44d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11182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73c2dfd134d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18249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8ea8fb5a94b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994996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31b6878924c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055393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3d3721f0949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41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2026-07-14T16:58:55.4430000Z</dcterms:created>
  <dcterms:modified xsi:type="dcterms:W3CDTF">2026-07-14T16:58:55.4440000Z</dcterms:modified>
</coreProperties>
</file>